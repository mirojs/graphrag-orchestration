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lk_ic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3152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AE3FC"/>
                </a:solidFill>
              </a:defRPr>
            </a:pPr>
            <a:r>
              <a:t>HULKDESIGN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Evidoc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F8D2"/>
                </a:solidFill>
              </a:defRPr>
            </a:pPr>
            <a:r>
              <a:t>Ask Your Documents. Trust Every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937760"/>
            <a:ext cx="393192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NIA Corporate Spark 2026 — Track 5: AI &amp; Digital Platforms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⚠️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E3FC"/>
                </a:solidFill>
              </a:defRPr>
            </a:pPr>
            <a:r>
              <a:t>📄  Thousands of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Thai law firms handle massive volumes of contracts, regulations, and policies. Finding specific clauses or cross-references takes hours of manual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E3FC"/>
                </a:solidFill>
              </a:defRPr>
            </a:pPr>
            <a:r>
              <a:t>🤖  AI Hallucinations Are Dangerous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Standard AI chatbots generate plausible-sounding but WRONG answers. In legal work, a hallucinated clause reference could be catastrophic.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E3FC"/>
                </a:solidFill>
              </a:defRPr>
            </a:pPr>
            <a:r>
              <a:t>🔍  No 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Even when AI gives an answer, lawyers cannot verify it against the source document. There's no audit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E3FC"/>
                </a:solidFill>
              </a:defRPr>
            </a:pPr>
            <a:r>
              <a:t>⏰  Competitive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Firms that can't leverage AI for document review will lose to those that can — but only if the AI is trustworthy.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💡  Our Solution — Evidoc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F8D2"/>
                </a:solidFill>
              </a:defRPr>
            </a:pPr>
            <a:r>
              <a:t>🛡️  Zero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AI that finds answers deterministically through a Knowledge Graph — no guessing, no making things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F8D2"/>
                </a:solidFill>
              </a:defRPr>
            </a:pPr>
            <a:r>
              <a:t>🔗  Click-to-Verify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Every answer includes sentence-level citations. Click any citation → see the exact words highlighted on the original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F8D2"/>
                </a:solidFill>
              </a:defRPr>
            </a:pPr>
            <a:r>
              <a:t>🧠  Knowledge Graph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Maps relationships across ALL your documents — entities, clauses, cross-references — creating a connected intelligence 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F8D2"/>
                </a:solidFill>
              </a:defRPr>
            </a:pPr>
            <a:r>
              <a:t>🌏  Built for Thailand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13 UI languages including Thai, auto-translation, speech input. Enterprise-grade security with data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⚙️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2103120"/>
            <a:ext cx="914400" cy="914400"/>
          </a:xfrm>
          <a:prstGeom prst="ellipse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1488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📄  Upload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Upload private documents in 15+ formats — PDF, DOCX, XLSX, PPTX, images, and more. Up to 50MB per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52160" y="2103120"/>
            <a:ext cx="914400" cy="914400"/>
          </a:xfrm>
          <a:prstGeom prst="ellipse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1488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🧠  AI Builds Knowledge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840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AI automatically extracts entities, relationships, and communities. Maps connections across all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0" y="2103120"/>
            <a:ext cx="914400" cy="914400"/>
          </a:xfrm>
          <a:prstGeom prst="ellipse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1488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✅  Ask &amp;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840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Ask questions in natural language. Get verified answers with click-to-trace citations back to source documents.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🚀  Technology Differentiator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Proprietary Knowledge Graph with multiple specialized retrieval algorithms that automatically adapt to each query type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Smart Auto-Routing — AI classifies each query and picks the optimal retrieval strategy automatically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Deterministic Retrieval — answers traced through the knowledge graph, not hallucinated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Sentence-Level Polygon Tracing — pixel-accurate PDF highlighting from OCR word-level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3657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📄 Document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286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AE3FC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06040"/>
            <a:ext cx="3657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🔍 OCR + Entity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AE3FC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566160"/>
            <a:ext cx="3657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🧠 Knowledge Graph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206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AE3FC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26280"/>
            <a:ext cx="3657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🤖 Smart Auto-Router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AE3FC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486400"/>
            <a:ext cx="3657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✅ Verified Answer +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57784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93.8%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Cross-document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🏛️  Thai Market Opportunity — Legal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80,000+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Registered lawyers</a:t>
            </a:r>
            <a:br/>
            <a:r>
              <a:t>in Thailand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45920"/>
            <a:ext cx="25603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2,000+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Law firms</a:t>
            </a:r>
            <a:br/>
            <a:r>
              <a:t>nationwide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25603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Growing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Legal tech</a:t>
            </a:r>
            <a:br/>
            <a:r>
              <a:t>adoption trend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645920"/>
            <a:ext cx="25603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Languages</a:t>
            </a:r>
            <a:br/>
            <a:r>
              <a:t>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→  Contract review &amp; clause extraction across thousands of documents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→  Due diligence requiring cross-referencing multiple document sets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→  Compliance checking against evolving Thai regulations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→  Evidoc reduces hours of manual review to minutes — with full traceability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💼 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Try Evidoc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Limited queries</a:t>
            </a:r>
            <a:br/>
            <a:r>
              <a:t>5 documents</a:t>
            </a:r>
            <a:br/>
            <a:r>
              <a:t>Basic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Small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346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More queries</a:t>
            </a:r>
            <a:br/>
            <a:r>
              <a:t>50 documents</a:t>
            </a:r>
            <a:br/>
            <a:r>
              <a:t>All search modes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E3FC"/>
                </a:solidFill>
              </a:defRPr>
            </a:pPr>
            <a:r>
              <a:t>Professional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Growing firms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8346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Unlimited queries</a:t>
            </a:r>
            <a:br/>
            <a:r>
              <a:t>500 documents</a:t>
            </a:r>
            <a:br/>
            <a:r>
              <a:t>Priority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6459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Large firms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8346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Custom limits</a:t>
            </a:r>
            <a:br/>
            <a:r>
              <a:t>Unlimited docs</a:t>
            </a:r>
            <a:br/>
            <a:r>
              <a:t>Dedicated support</a:t>
            </a:r>
            <a:br/>
            <a:r>
              <a:t>SSO &amp; RBAC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Revenue: SaaS subscriptions + per-query credits for heavy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75F8D2"/>
                </a:solidFill>
              </a:defRPr>
            </a:pPr>
            <a:r>
              <a:t>Target: 5–10 Thai law firm pilots in Year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📊  Traction &amp;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TRL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Fully deployed</a:t>
            </a:r>
            <a:br/>
            <a:r>
              <a:t>production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459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15+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Document formats</a:t>
            </a:r>
            <a:br/>
            <a:r>
              <a:t>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UI languages</a:t>
            </a:r>
            <a:br/>
            <a:r>
              <a:t>with auto-translate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64592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E3FC"/>
                </a:solidFill>
              </a:defRPr>
            </a:pPr>
            <a:r>
              <a:t>93.8%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Benchmark accuracy</a:t>
            </a:r>
            <a:br/>
            <a:r>
              <a:t>on inconsistency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Live production system: evidoc.hulkdesign.com &amp; evidoc-enterprise.hulkdesign.com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Enterprise-grade: Azure AD authentication, RBAC, multi-tenant data isolation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Multiple specialized retrieval algorithms — benchmarked and optimized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✓  Speech input, auto-translation, and cross-document Q&amp;A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🤝  What We're Looking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E3FC"/>
                </a:solidFill>
              </a:defRPr>
            </a:pPr>
            <a:r>
              <a:t>🏢  Thai Corporate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Law firm, bank, or enterprise with legal/compliance document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91440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E3FC"/>
                </a:solidFill>
              </a:defRPr>
            </a:pPr>
            <a:r>
              <a:t>📋  6-Month Pilot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Onboard partner's document corpus, measure time savings vs. manual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754880"/>
            <a:ext cx="91440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92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E3FC"/>
                </a:solidFill>
              </a:defRPr>
            </a:pPr>
            <a:r>
              <a:t>🎯  Validation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Prove 10x faster document review with full traceability and zero hallucination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👥 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7315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2-Person Founding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9260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Deep expertise in AI, knowledge graphs, and enterprise SaaS.</a:t>
            </a:r>
            <a:br/>
            <a:br/>
            <a:r>
              <a:t>Built the entire Evidoc platform end-to-end —</a:t>
            </a:r>
            <a:br/>
            <a:r>
              <a:t>from document processing and graph algorithms</a:t>
            </a:r>
            <a:br/>
            <a:r>
              <a:t>to production deployment on Azure.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🎯  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E3FC"/>
                </a:solidFill>
              </a:defRPr>
            </a:pPr>
            <a:r>
              <a:t>Thai Corporate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For NIA Corporate Spark co-application and market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E3FC"/>
                </a:solidFill>
              </a:defRPr>
            </a:pPr>
            <a:r>
              <a:t>NIA Matching Grant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017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Up to 5 Million THB for pilot 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01168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E3FC"/>
                </a:solidFill>
              </a:defRPr>
            </a:pPr>
            <a:r>
              <a:t>6-Month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017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To validated product-market fit in Thailand's legal sector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lk_ic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3017520" cy="38100"/>
          </a:xfrm>
          <a:prstGeom prst="rect">
            <a:avLst/>
          </a:prstGeom>
          <a:solidFill>
            <a:srgbClr val="2AE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🌐  hulkdesign.com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💻  evidoc.hulkdesign.com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AE3FC"/>
                </a:solidFill>
              </a:defRPr>
            </a:pPr>
            <a:r>
              <a:t>✉️  j.liu@hulkdesign.com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